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Brief créatif — modèle à compléter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Chaque diapo indique uniquement quoi saisir dans cette partie du brief. Remplacez la consigne par votre texte, ou rédigez en dessous dans la même zone.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et marque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À remplir : nom du client, nom de la marque, périmètre (pays, BU…).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et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À remplir : situation actuelle, enjeu business, objectifs mesurables de la campagne.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Cible et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À remplir : qui viser (segments), comportements, insights ou vérités consommateur.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 et territoire créatif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À remplir : promesse ou message clé, tonalité, univers créatif souhaité (humour, émotion…).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Canaux et livrables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À remplir : médias prioritaires (TV, digital, social…), formats et livrables attendus.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et calendrier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À remplir : budget indicatif ou fourchette, dates clés, deadline de réponse.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Contraintes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À remplir : obligations légales, sujets à éviter, concurrents, autres contraintes.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